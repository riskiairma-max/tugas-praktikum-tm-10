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Development Life Cycle (SDLC)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Metode dan Pendekatan dalam Pengembangan Perangkat Lunak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Pengertian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adalah proses terstruktur untuk merancang, mengembangkan, menguji, dan memelihara perangkat lunak.</a:t>
            </a:r>
          </a:p>
          <a:p/>
          <a:p>
            <a:r>
              <a:t>Tujuan: memastikan perangkat lunak berkualitas, sesuai kebutuhan, tepat waktu, dan efisien biaya.</a:t>
            </a:r>
          </a:p>
          <a:p/>
          <a:p>
            <a:r>
              <a:t>Tahapan:</a:t>
            </a:r>
          </a:p>
          <a:p>
            <a:r>
              <a:t>1. Perencanaan</a:t>
            </a:r>
          </a:p>
          <a:p>
            <a:r>
              <a:t>2. Analisis</a:t>
            </a:r>
          </a:p>
          <a:p>
            <a:r>
              <a:t>3. Desain</a:t>
            </a:r>
          </a:p>
          <a:p>
            <a:r>
              <a:t>4. Implementasi</a:t>
            </a:r>
          </a:p>
          <a:p>
            <a:r>
              <a:t>5. Pengujian</a:t>
            </a:r>
          </a:p>
          <a:p>
            <a:r>
              <a:t>6. Pemeliharaan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 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Karakteristik: Linear, berurutan, setiap tahap harus selesai sebelum masuk tahap berikutnya.</a:t>
            </a:r>
          </a:p>
          <a:p>
            <a:r>
              <a:t>Tahapan: Requirement → Design → Implementation → Verification → Maintenance.</a:t>
            </a:r>
          </a:p>
          <a:p/>
          <a:p>
            <a:r>
              <a:t>Kelebihan: Mudah dipahami, cocok untuk proyek kecil dengan kebutuhan stabil.</a:t>
            </a:r>
          </a:p>
          <a:p>
            <a:r>
              <a:t>Kekurangan: Tidak fleksibel terhadap perubahan, sulit jika kebutuhan berkembang.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Karakteristik: Iteratif, adaptif, berfokus pada kolaborasi tim dan feedback cepat.</a:t>
            </a:r>
          </a:p>
          <a:p>
            <a:r>
              <a:t>Contoh framework: Scrum, Kanban, Extreme Programming (XP).</a:t>
            </a:r>
          </a:p>
          <a:p/>
          <a:p>
            <a:r>
              <a:t>Kelebihan: Fleksibel, cepat menanggapi perubahan kebutuhan.</a:t>
            </a:r>
          </a:p>
          <a:p>
            <a:r>
              <a:t>Kekurangan: Membutuhkan keterlibatan aktif dari user, sulit diprediksi timeline pasti.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 Spiral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Karakteristik: Menggabungkan elemen Waterfall dengan prototyping, fokus pada manajemen risiko.</a:t>
            </a:r>
          </a:p>
          <a:p>
            <a:r>
              <a:t>Tahapan spiral: Perencanaan → Analisis risiko → Engineering → Evaluasi.</a:t>
            </a:r>
          </a:p>
          <a:p/>
          <a:p>
            <a:r>
              <a:t>Kelebihan: Cocok untuk proyek besar dan kompleks, manajemen risiko lebih baik.</a:t>
            </a:r>
          </a:p>
          <a:p>
            <a:r>
              <a:t>Kekurangan: Biaya tinggi, manajemen rumit.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 Lainnya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Prototype Model</a:t>
            </a:r>
          </a:p>
          <a:p>
            <a:r>
              <a:t>   - Membuat model awal untuk feedback user.</a:t>
            </a:r>
          </a:p>
          <a:p>
            <a:r>
              <a:t>   - Cocok untuk kebutuhan belum jelas.</a:t>
            </a:r>
          </a:p>
          <a:p/>
          <a:p>
            <a:r>
              <a:t>2. V-Model</a:t>
            </a:r>
          </a:p>
          <a:p>
            <a:r>
              <a:t>   - Setiap tahap punya tahap pengujian sesuai.</a:t>
            </a:r>
          </a:p>
          <a:p>
            <a:r>
              <a:t>   - Fokus pada kualitas sejak awal.</a:t>
            </a:r>
          </a:p>
          <a:p/>
          <a:p>
            <a:r>
              <a:t>3. Big Bang Model</a:t>
            </a:r>
          </a:p>
          <a:p>
            <a:r>
              <a:t>   - Minim perencanaan, langsung coding.</a:t>
            </a:r>
          </a:p>
          <a:p>
            <a:r>
              <a:t>   - Cocok untuk proyek kecil/eksperimen.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Perbandingan 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Waterfall: + Sederhana, - Tidak fleksibel, Cocok: Proyek kecil.</a:t>
            </a:r>
          </a:p>
          <a:p/>
          <a:p>
            <a:r>
              <a:t>Agile: + Fleksibel, - Sulit prediksi, Cocok: Proyek dinamis.</a:t>
            </a:r>
          </a:p>
          <a:p/>
          <a:p>
            <a:r>
              <a:t>Spiral: + Fokus risiko, - Mahal, Cocok: Proyek kompleks.</a:t>
            </a:r>
          </a:p>
          <a:p/>
          <a:p>
            <a:r>
              <a:t>Prototype: + User terlibat, - Revisi banyak, Cocok: kebutuhan tidak jelas.</a:t>
            </a:r>
          </a:p>
          <a:p/>
          <a:p>
            <a:r>
              <a:t>V-Model: + Testing awal, - Kurang fleksibel, Cocok: standar kualitas tinggi.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memberikan panduan sistematis dalam membangun perangkat lunak.</a:t>
            </a:r>
          </a:p>
          <a:p/>
          <a:p>
            <a:r>
              <a:t>Pemilihan metode harus sesuai dengan:</a:t>
            </a:r>
          </a:p>
          <a:p>
            <a:r>
              <a:t>- Skala proyek</a:t>
            </a:r>
          </a:p>
          <a:p>
            <a:r>
              <a:t>- Kompleksitas sistem</a:t>
            </a:r>
          </a:p>
          <a:p>
            <a:r>
              <a:t>- Sumber daya</a:t>
            </a:r>
          </a:p>
          <a:p>
            <a:r>
              <a:t>- Fleksibilitas kebutuhan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